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并发与锁机制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自旋锁、信号量与同步问题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线程同步与互斥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理解竞态条件（Race Condition）和临界区（Critical Section）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学习原子指令（xchg, bts, lock prefix）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实现自旋锁（SpinLock）：忙等待锁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实现信号量（Semaphore）：P/V 操作、线程阻塞/唤醒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解决经典同步问题：生产者-消费者、哲学家就餐、读者-写者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竞态条件与临界区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并发编程的挑战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竞态条件：消失的芝士汉堡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竞态条件（Race Condition）：多个线程同时访问共享变量，执行结果取决于线程的执行顺序（不确定性）。</a:t>
            </a:r>
            <a:br/>
            <a:br/>
            <a:r>
              <a:t>示例：两个线程同时对 counter 进行 counter++（初始 counter=0）</a:t>
            </a:r>
            <a:br/>
            <a:r>
              <a:t>线程 A：mov eax, [counter] → add eax, 1 → mov [counter], eax</a:t>
            </a:r>
            <a:br/>
            <a:r>
              <a:t>线程 B：mov eax, [counter] → add eax, 1 → mov [counter], eax</a:t>
            </a:r>
            <a:br/>
            <a:br/>
            <a:r>
              <a:t>可能的执行顺序：</a:t>
            </a:r>
            <a:br/>
            <a:r>
              <a:t>1) A 读取 counter=0 → A 计算 eax=1</a:t>
            </a:r>
            <a:br/>
            <a:r>
              <a:t>2) B 读取 counter=0（A 还未写回）→ B 计算 eax=1</a:t>
            </a:r>
            <a:br/>
            <a:r>
              <a:t>3) A 写入 counter=1</a:t>
            </a:r>
            <a:br/>
            <a:r>
              <a:t>4) B 写入 counter=1（覆盖了 A 的结果）</a:t>
            </a:r>
            <a:br/>
            <a:r>
              <a:t>最终 counter=1（预期是 2）</a:t>
            </a:r>
            <a:br/>
            <a:br/>
            <a:r>
              <a:t>临界区（Critical Section）：访问共享资源的代码段（如 counter++）。</a:t>
            </a:r>
            <a:br/>
            <a:r>
              <a:t>互斥（Mutual Exclusion）：保证同一时刻只有一个线程在临界区执行。</a:t>
            </a:r>
            <a:br/>
            <a:br/>
            <a:r>
              <a:t>解决方案：使用锁保护临界区</a:t>
            </a:r>
            <a:br/>
            <a:r>
              <a:t>lock(&amp;mutex);</a:t>
            </a:r>
            <a:br/>
            <a:r>
              <a:t>counter++;  // 临界区</a:t>
            </a:r>
            <a:br/>
            <a:r>
              <a:t>unlock(&amp;mutex);</a:t>
            </a:r>
            <a:br/>
            <a:br/>
            <a:r>
              <a:t>只有获得锁的线程才能进入临界区，其他线程等待（自旋或阻塞）。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x86 的 inc [counter] 也不是原子的（读-改-写三步）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需要 lock prefix：lock inc [counter]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多核 CPU 的缓存一致性：MESI 协议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原子指令与自旋锁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硬件支持的互斥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xchg 指令：原子交换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xchg dest, src：原子地交换 dest 和 src 的值（单条指令，CPU 硬件保证原子性）。</a:t>
            </a:r>
            <a:br/>
            <a:br/>
            <a:r>
              <a:t>xchg 的原子性：</a:t>
            </a:r>
            <a:br/>
            <a:r>
              <a:t>x86 的 xchg 指令在多核 CPU 上自动加上 lock 前缀（总线锁或缓存锁），保证在执行期间其他 CPU 无法访问该内存。</a:t>
            </a:r>
            <a:br/>
            <a:br/>
            <a:r>
              <a:t>用 xchg 实现自旋锁：</a:t>
            </a:r>
            <a:br/>
            <a:r>
              <a:t>1) 锁的状态：0=未锁，1=已锁</a:t>
            </a:r>
            <a:br/>
            <a:r>
              <a:t>2) 获取锁：xchg eax, [lock] → 如果 eax=0（原来未锁），则获取成功；如果 eax=1（原来已锁），则继续自旋（循环尝试）</a:t>
            </a:r>
            <a:br/>
            <a:r>
              <a:t>3) 释放锁：mov [lock], 0</a:t>
            </a:r>
            <a:br/>
            <a:br/>
            <a:r>
              <a:t>自旋锁（SpinLock）：</a:t>
            </a:r>
            <a:br/>
            <a:r>
              <a:t>等待锁的线程不阻塞，而是不断循环检查锁的状态（忙等待）。</a:t>
            </a:r>
            <a:br/>
            <a:r>
              <a:t>优点：无上下文切换开销（适合短临界区）</a:t>
            </a:r>
            <a:br/>
            <a:r>
              <a:t>缺点：浪费 CPU 时间（适合多核，单核效率低）</a:t>
            </a:r>
            <a:br/>
            <a:br/>
            <a:r>
              <a:t>其他原子指令：</a:t>
            </a:r>
            <a:br/>
            <a:r>
              <a:t>- bts（Bit Test and Set）：测试并设置某一位</a:t>
            </a:r>
            <a:br/>
            <a:r>
              <a:t>- lock cmpxchg（Compare and Exchange）：比较并交换（CAS，Compare-And-Swap）</a:t>
            </a:r>
            <a:br/>
            <a:r>
              <a:t>- lock xadd：加法并返回旧值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内核大量使用自旋锁（spinlock_t）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用户态可用 pthread_spin_lock（需 CPU 支持）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自旋锁不能嵌套（死锁）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自旋锁实现（汇编 + C++）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汇编函数：uint32 asm_atomic_exchange(volatile uint32 *lock, uint32 value)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global asm_atomic_exchange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asm_atomic_exchange: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push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ebp, esp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eax, [ebp+12]   ; eax = value（新值）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ebx, [ebp+8]    ; ebx = lock（锁地址）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xchg [ebx], eax     ; 原子交换 [lock] 和 eax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pop ebp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ret                 ; 返回旧值（eax）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// C++ 封装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class SpinLock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private: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volatile uint32 lock = 0;  // 0=未锁，1=已锁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public: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void acquire()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while (asm_atomic_exchange(&amp;lock, 1) == 1)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// 自旋等待（旧值=1 表示已锁）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void release()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lock = 0;  // 释放锁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信号量：阻塞式同步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P/V 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信号量（Semaphore）原理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信号量（Semaphore）是更高级的同步工具，由 Dijkstra 提出（1965年）。</a:t>
            </a:r>
            <a:br/>
            <a:br/>
            <a:r>
              <a:t>信号量包含：</a:t>
            </a:r>
            <a:br/>
            <a:r>
              <a:t>1) 计数器（counter）：表示可用资源数量（整数）</a:t>
            </a:r>
            <a:br/>
            <a:r>
              <a:t>2) 等待队列（waitingList）：阻塞的线程队列</a:t>
            </a:r>
            <a:br/>
            <a:br/>
            <a:r>
              <a:t>两个原子操作：</a:t>
            </a:r>
            <a:br/>
            <a:r>
              <a:t>1) P 操作（wait/down）：</a:t>
            </a:r>
            <a:br/>
            <a:r>
              <a:t>   counter--;</a:t>
            </a:r>
            <a:br/>
            <a:r>
              <a:t>   if (counter &lt; 0) { 将当前线程加入等待队列，阻塞; }</a:t>
            </a:r>
            <a:br/>
            <a:br/>
            <a:r>
              <a:t>2) V 操作（signal/up）：</a:t>
            </a:r>
            <a:br/>
            <a:r>
              <a:t>   counter++;</a:t>
            </a:r>
            <a:br/>
            <a:r>
              <a:t>   if (counter &lt;= 0) { 从等待队列唤醒一个线程; }</a:t>
            </a:r>
            <a:br/>
            <a:br/>
            <a:r>
              <a:t>信号量类型：</a:t>
            </a:r>
            <a:br/>
            <a:r>
              <a:t>- 二值信号量（Binary Semaphore）：counter ∈ {0, 1}，用于互斥（类似锁）</a:t>
            </a:r>
            <a:br/>
            <a:r>
              <a:t>- 计数信号量（Counting Semaphore）：counter ≥ 0，用于资源计数（如缓冲区空闲槽位数）</a:t>
            </a:r>
            <a:br/>
            <a:br/>
            <a:r>
              <a:t>信号量 vs 自旋锁：</a:t>
            </a:r>
            <a:br/>
            <a:r>
              <a:t>信号量：线程阻塞（睡眠），不占用 CPU，适合长等待</a:t>
            </a:r>
            <a:br/>
            <a:r>
              <a:t>自旋锁：线程忙等待（自旋），占用 CPU，适合短等待</a:t>
            </a:r>
            <a:br/>
            <a:br/>
            <a:r>
              <a:t>信号量的实现：</a:t>
            </a:r>
            <a:br/>
            <a:r>
              <a:t>信号量的 P/V 操作需要原子性，通常用自旋锁保护（关中断或 xchg）。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POSIX 信号量：sem_t, sem_wait(), sem_post()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System V 信号量：semget(), semop()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信号量可能导致优先级反转问题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信号量的使用场景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互斥（Mutex）：counter 初始化为 1</a:t>
            </a:r>
            <a:br/>
            <a:r>
              <a:t>  P() → 临界区 → V()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同步（Synchronization）：counter 初始化为 0</a:t>
            </a:r>
            <a:br/>
            <a:r>
              <a:t>  线程 A: 完成任务 → V()</a:t>
            </a:r>
            <a:br/>
            <a:r>
              <a:t>  线程 B: P() → 等待 A 完成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资源计数（Resource Counting）：counter = 可用资源数</a:t>
            </a:r>
            <a:br/>
            <a:r>
              <a:t>  生产者：生产资源 → V(empty)  # 增加空闲槽位</a:t>
            </a:r>
            <a:br/>
            <a:r>
              <a:t>  消费者：P(full) → 消费资源  # 等待有数据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自旋锁 vs 信号量 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两种同步机制的适用场景和性能特点对比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5029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自旋锁（SpinLock）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忙等待（while循环检查锁状态）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53512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不阻塞线程，不需要调度器参与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适合短临界区（几十条指令）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22776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多核环境下效率高（无上下文切换）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单核环境浪费 CPU（自旋时不做有用工作）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512064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实现简单：xchg 原子指令即可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5120640" cy="5029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信号量（Semaphore）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68880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阻塞等待（线程进入 BLOCKED 状态）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53512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需要调度器参与（sleep/wakeup）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38144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适合长临界区或长时间等待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22776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任何环境下都适用（单核/多核）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07408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有上下文切换开销（保存/恢复寄存器）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92040"/>
            <a:ext cx="512064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实现复杂：需要等待队列和调度器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经典同步问题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生产者-消费者与哲学家就餐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生产者-消费者问题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问题描述：</a:t>
            </a:r>
            <a:br/>
            <a:r>
              <a:t>生产者线程生产数据放入缓冲区，消费者线程从缓冲区取数据。缓冲区大小有限（如 5 个槽位）。</a:t>
            </a:r>
            <a:br/>
            <a:br/>
            <a:r>
              <a:t>约束：</a:t>
            </a:r>
            <a:br/>
            <a:r>
              <a:t>1) 缓冲区满时，生产者阻塞（等待消费者取走数据）</a:t>
            </a:r>
            <a:br/>
            <a:r>
              <a:t>2) 缓冲区空时，消费者阻塞（等待生产者生产数据）</a:t>
            </a:r>
            <a:br/>
            <a:r>
              <a:t>3) 同一时刻只有一个线程访问缓冲区（互斥）</a:t>
            </a:r>
            <a:br/>
            <a:br/>
            <a:r>
              <a:t>信号量解决方案（3 个信号量）：</a:t>
            </a:r>
            <a:br/>
            <a:r>
              <a:t>1) empty：空闲槽位数（初始 = 缓冲区大小，如 5）</a:t>
            </a:r>
            <a:br/>
            <a:r>
              <a:t>2) full：已有数据数（初始 = 0）</a:t>
            </a:r>
            <a:br/>
            <a:r>
              <a:t>3) mutex：缓冲区互斥锁（初始 = 1）</a:t>
            </a:r>
            <a:br/>
            <a:br/>
            <a:r>
              <a:t>生产者伪代码：</a:t>
            </a:r>
            <a:br/>
            <a:r>
              <a:t>while (true) {</a:t>
            </a:r>
            <a:br/>
            <a:r>
              <a:t>    生产数据;</a:t>
            </a:r>
            <a:br/>
            <a:r>
              <a:t>    P(empty);       // 等待空闲槽位</a:t>
            </a:r>
            <a:br/>
            <a:r>
              <a:t>    P(mutex);       // 获取缓冲区锁</a:t>
            </a:r>
            <a:br/>
            <a:r>
              <a:t>    放入缓冲区;</a:t>
            </a:r>
            <a:br/>
            <a:r>
              <a:t>    V(mutex);       // 释放锁</a:t>
            </a:r>
            <a:br/>
            <a:r>
              <a:t>    V(full);        // 通知消费者（有数据了）</a:t>
            </a:r>
            <a:br/>
            <a:r>
              <a:t>}</a:t>
            </a:r>
            <a:br/>
            <a:br/>
            <a:r>
              <a:t>消费者伪代码：</a:t>
            </a:r>
            <a:br/>
            <a:r>
              <a:t>while (true) {</a:t>
            </a:r>
            <a:br/>
            <a:r>
              <a:t>    P(full);        // 等待有数据</a:t>
            </a:r>
            <a:br/>
            <a:r>
              <a:t>    P(mutex);       // 获取缓冲区锁</a:t>
            </a:r>
            <a:br/>
            <a:r>
              <a:t>    从缓冲区取出;</a:t>
            </a:r>
            <a:br/>
            <a:r>
              <a:t>    V(mutex);       // 释放锁</a:t>
            </a:r>
            <a:br/>
            <a:r>
              <a:t>    V(empty);       // 通知生产者（有空闲了）</a:t>
            </a:r>
            <a:br/>
            <a:r>
              <a:t>    消费数据;</a:t>
            </a:r>
            <a:br/>
            <a:r>
              <a:t>}</a:t>
            </a:r>
            <a:br/>
            <a:br/>
            <a:r>
              <a:t>注意：P(empty) 和 P(mutex) 的顺序不能颠倒（否则可能死锁）。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管道（pipe）是生产者-消费者的典型应用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消息队列（Message Queue）也用信号量实现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Java BlockingQueue 内部使用 Condition 变量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哲学家就餐问题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问题描述：</a:t>
            </a:r>
            <a:br/>
            <a:r>
              <a:t>5 个哲学家围坐在圆桌旁，每人面前一碗米饭。桌上有 5 根筷子（每两人之间一根）。哲学家的状态：思考 → 饥饿 → 拿筷子 → 进食 → 放筷子 → 思考。</a:t>
            </a:r>
            <a:br/>
            <a:br/>
            <a:r>
              <a:t>约束：</a:t>
            </a:r>
            <a:br/>
            <a:r>
              <a:t>1) 进食需要同时拿起左右两根筷子</a:t>
            </a:r>
            <a:br/>
            <a:r>
              <a:t>2) 一根筷子同时只能被一个哲学家使用</a:t>
            </a:r>
            <a:br/>
            <a:br/>
            <a:r>
              <a:t>初步解法（5 个信号量，每根筷子一个）：</a:t>
            </a:r>
            <a:br/>
            <a:r>
              <a:t>P(chopstick[i]);       // 拿起左筷子</a:t>
            </a:r>
            <a:br/>
            <a:r>
              <a:t>P(chopstick[(i+1)%5]); // 拿起右筷子</a:t>
            </a:r>
            <a:br/>
            <a:r>
              <a:t>进食;</a:t>
            </a:r>
            <a:br/>
            <a:r>
              <a:t>V(chopstick[i]);       // 放下左筷子</a:t>
            </a:r>
            <a:br/>
            <a:r>
              <a:t>V(chopstick[(i+1)%5]); // 放下右筷子</a:t>
            </a:r>
            <a:br/>
            <a:br/>
            <a:r>
              <a:t>死锁问题：</a:t>
            </a:r>
            <a:br/>
            <a:r>
              <a:t>如果 5 个哲学家同时拿起左筷子，都在等待右筷子 → 死锁。</a:t>
            </a:r>
            <a:br/>
            <a:br/>
            <a:r>
              <a:t>死锁的四个必要条件：</a:t>
            </a:r>
            <a:br/>
            <a:r>
              <a:t>1) 互斥：筷子同时只能被一人使用</a:t>
            </a:r>
            <a:br/>
            <a:r>
              <a:t>2) 占有并等待：拿着左筷子，等待右筷子</a:t>
            </a:r>
            <a:br/>
            <a:r>
              <a:t>3) 不可剥夺：不能强行抢走筷子</a:t>
            </a:r>
            <a:br/>
            <a:r>
              <a:t>4) 循环等待：哲学家 0 等 1，1 等 2，...，4 等 0</a:t>
            </a:r>
            <a:br/>
            <a:br/>
            <a:r>
              <a:t>解决方案（破坏循环等待）：</a:t>
            </a:r>
            <a:br/>
            <a:r>
              <a:t>1) 限制同时拿筷子的人数（最多 4 人）</a:t>
            </a:r>
            <a:br/>
            <a:r>
              <a:t>2) 奇偶编号策略（奇数先拿左，偶数先拿右）</a:t>
            </a:r>
            <a:br/>
            <a:r>
              <a:t>3) 同时拿起两根筷子（原子操作，加锁）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操作系统的死锁检测：资源分配图（RAG）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银行家算法：避免死锁（提前检查安全性）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的锁顺序规则：避免循环等待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生产者-消费者信号量操作流程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生产者线程的操作顺序（消费者顺序：P(full) → P(mutex) → 取出 → V(mutex) → V(empty)）</a:t>
            </a:r>
          </a:p>
        </p:txBody>
      </p:sp>
      <p:sp>
        <p:nvSpPr>
          <p:cNvPr id="8" name="Oval 7"/>
          <p:cNvSpPr/>
          <p:nvPr/>
        </p:nvSpPr>
        <p:spPr>
          <a:xfrm>
            <a:off x="1076934" y="2103120"/>
            <a:ext cx="411480" cy="411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468069" cy="128016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生产者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生产数据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62429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02203" y="21031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3909" y="2606040"/>
            <a:ext cx="1468069" cy="12801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P(empty)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等待空闲槽位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87698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27472" y="21031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2606040"/>
            <a:ext cx="1468069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P(mutex)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获取缓冲区锁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2967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2742" y="2103120"/>
            <a:ext cx="411480" cy="4114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2606040"/>
            <a:ext cx="1468069" cy="12801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放入缓冲区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写入数据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8236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011" y="2103120"/>
            <a:ext cx="411480" cy="411480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9716" y="2606040"/>
            <a:ext cx="1468069" cy="128016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V(mutex)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释放缓冲区锁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63505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3280" y="2103120"/>
            <a:ext cx="411480" cy="4114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74985" y="2606040"/>
            <a:ext cx="1468069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V(full)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通知消费者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死锁的四个必要条件（缺一不可）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四个条件同时满足时才会发生死锁 —— 破坏任意一个即可预防死锁</a:t>
            </a:r>
          </a:p>
        </p:txBody>
      </p:sp>
      <p:sp>
        <p:nvSpPr>
          <p:cNvPr id="8" name="Oval 7"/>
          <p:cNvSpPr/>
          <p:nvPr/>
        </p:nvSpPr>
        <p:spPr>
          <a:xfrm>
            <a:off x="1558251" y="2103120"/>
            <a:ext cx="411480" cy="411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430703" cy="128016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互斥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(Mutual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Exclusion)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资源排他性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25063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46155" y="21031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2606040"/>
            <a:ext cx="2430703" cy="12801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占有并等待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(Hold &amp;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Wait)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持有并请求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2967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34059" y="21031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2606040"/>
            <a:ext cx="2430703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不可剥夺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(No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Preemption)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不可强占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00871" y="3136392"/>
            <a:ext cx="365760" cy="219456"/>
          </a:xfrm>
          <a:prstGeom prst="right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21963" y="2103120"/>
            <a:ext cx="411480" cy="4114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2351" y="2606040"/>
            <a:ext cx="2430703" cy="12801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循环等待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(Circular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Wait)</a:t>
            </a:r>
          </a:p>
          <a:p>
            <a:pPr algn="ctr">
              <a:spcBef>
                <a:spcPts val="200"/>
              </a:spcBef>
              <a:defRPr sz="1100">
                <a:solidFill>
                  <a:srgbClr val="E0E0E0"/>
                </a:solidFill>
              </a:defRPr>
            </a:pPr>
            <a:r>
              <a:t>环路依赖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2026.05.20 23:59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DDL: 2026.05.20 23:59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提交内容：各Assignment代码 + 实验报告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压缩包命名：lab6-姓名-学号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实验不限：语言（C/C++/Rust）、平台（含银河麒麟）、CPU架构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自旋锁与信号量复现（30分）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基本复现（20分）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复现教程中的自旋锁（SpinLock）和信号量（Semaphore）实现方法。</a:t>
            </a:r>
            <a:br/>
            <a:r>
              <a:t>分别使用自旋锁和信号量解决'消失的芝士汉堡'问题（或等价的同步互斥问题）。</a:t>
            </a:r>
            <a:br/>
            <a:r>
              <a:t>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替代锁机制实现（10分）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选择以下任一方式实现与教程不同的锁机制：</a:t>
            </a:r>
            <a:br/>
            <a:r>
              <a:t>• bts（Bit Test and Set）指令</a:t>
            </a:r>
            <a:br/>
            <a:r>
              <a:t>• lock前缀（如lock cmpxchg、lock xadd）</a:t>
            </a:r>
            <a:br/>
            <a:r>
              <a:t>• 开/关中断方式（仅限单核CPU）</a:t>
            </a:r>
            <a:br/>
            <a:r>
              <a:t>在汇编中实现对应的原子操作函数，在C++中封装为锁类。</a:t>
            </a:r>
            <a:br/>
            <a:r>
              <a:t>用你的锁解决'消失的芝士汉堡'，验证正确性。</a:t>
            </a:r>
            <a:br/>
            <a:r>
              <a:t>分析你的锁机制与教程中xchg方式的异同，讨论各自优缺点。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生产者-消费者问题（30分）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展示竞态条件（10分）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设计有界缓冲区（大小5）的生产者-消费者场景：</a:t>
            </a:r>
            <a:br/>
            <a:r>
              <a:t>创建至少2个生产者线程和2个消费者线程，每个线程多次执行操作。</a:t>
            </a:r>
            <a:br/>
            <a:r>
              <a:t>不使用任何同步互斥工具。</a:t>
            </a:r>
            <a:br/>
            <a:r>
              <a:t>展示至少一种错误场景（缓冲区溢出、消费空缓冲区、数据丢失）。</a:t>
            </a:r>
            <a:br/>
            <a:r>
              <a:t>截图并分析出错原因。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使用信号量解决（15分）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用信号量解决2.1的问题：</a:t>
            </a:r>
            <a:br/>
            <a:r>
              <a:t>定义合适的信号量（提示：至少需要empty、full、mutex三个信号量）。</a:t>
            </a:r>
            <a:br/>
            <a:r>
              <a:t>确保生产者在缓冲区满时阻塞，消费者在缓冲区空时阻塞。</a:t>
            </a:r>
            <a:br/>
            <a:r>
              <a:t>在屏幕上打印每次生产/消费的状态（线程、缓冲区状态）。截图并说明。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2.3 读者-写者问题（5分）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创建多个线程模拟读者-写者问题，使用读者优先策略实现同步。</a:t>
            </a:r>
            <a:br/>
            <a:r>
              <a:t>设计样例体现写者的'饥饿'：多个读者交错进入临界区（不应让某个读者一直占着不出来）。</a:t>
            </a:r>
            <a:br/>
            <a:r>
              <a:t>提示：可能需要用到伪随机数生成，请实现一个适合内核环境的伪随机数生成器。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哲学家就餐问题（30分）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初步解决方法（10分）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创建5个线程（哲学家），用5个信号量（筷子，初始值均为1）。</a:t>
            </a:r>
            <a:br/>
            <a:r>
              <a:t>实现'思考—饥饿—拿筷子—吃饭—放筷子'循环。</a:t>
            </a:r>
            <a:br/>
            <a:r>
              <a:t>在屏幕上打印每位哲学家的当前状态变化（思考/饥饿/进食）。截图并说明。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死锁演示（10分）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设计能稳定复现死锁的场景（提示：在拿第一根和第二根筷子之间加入延时）。</a:t>
            </a:r>
            <a:br/>
            <a:r>
              <a:t>展示死锁发生时的状态。</a:t>
            </a:r>
            <a:br/>
            <a:r>
              <a:t>分析死锁发生的四个必要条件在此场景中是如何满足的。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3.3 死锁解决方案（10分）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提出并实现至少一种解决死锁的方法：</a:t>
            </a:r>
            <a:br/>
            <a:r>
              <a:t>• 限制同时拿筷子的哲学家数量（最多4人）</a:t>
            </a:r>
            <a:br/>
            <a:r>
              <a:t>• 奇偶编号策略（奇数先拿左边，偶数先拿右边）</a:t>
            </a:r>
            <a:br/>
            <a:r>
              <a:t>• 同时拿起两根筷子（原子操作）</a:t>
            </a:r>
            <a:br/>
            <a:r>
              <a:t>让程序持续运行，展示不会死锁且每位哲学家都能进食。</a:t>
            </a:r>
            <a:br/>
            <a:r>
              <a:t>分析你的方法如何破坏死锁四个必要条件之一。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进阶选做（加分10分）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4.1 Hoare/Hasen唤醒模型（5分）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实现Hoare或Hasen唤醒模型，替换现有的MESA模型。</a:t>
            </a:r>
            <a:br/>
            <a:r>
              <a:t>设计测试用例对比不同唤醒模型下线程执行顺序的差异。说明三种模型各自的适用场景。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4.2 管程实现（5分）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实现管程（Monitor）：互斥锁 + 条件变量（wait/signal操作）。</a:t>
            </a:r>
            <a:br/>
            <a:r>
              <a:t>用管程解决一个多线程同步问题（生产者消费者或哲学家就餐）。</a:t>
            </a:r>
            <a:br/>
            <a:r>
              <a:t>对比管程方案与信号量方案在代码结构上的差异。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思考题（写在实验报告中）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1. 在实现asm_atomic_exchange函数时，为什么需要'形式参数register指向的变量不是共享变量'这一假设？</a:t>
            </a:r>
            <a:br/>
            <a:r>
              <a:t>   如果违反这个假设会出现什么问题？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2. 在实现信号量时，我们是如何实现线程阻塞和唤醒的？为什么P操作需要在循环中检查counter？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3. 为什么在单核CPU中可以通过开/关中断方式来实现锁机制，而在多核CPU中不可以？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4. 在自旋锁实现中，等待获取锁的线程会一直忙等待。分析这种方式的优缺点，</a:t>
            </a:r>
            <a:br/>
            <a:r>
              <a:t>   说说在什么场景下自旋锁比信号量更合适。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理解竞态条件和临界区（Race Condition, Critical Section）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掌握原子指令（xchg, bts, lock cmpxchg）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实现自旋锁（SpinLock）和信号量（Semaphore）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解决生产者-消费者问题（empty, full, mutex 三个信号量）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解决哲学家就餐问题（死锁演示与解决方案）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理解死锁的四个必要条件和破坏方法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